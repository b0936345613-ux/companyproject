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7"/>
  </p:notesMasterIdLst>
  <p:handoutMasterIdLst>
    <p:handoutMasterId r:id="rId8"/>
  </p:handoutMasterIdLst>
  <p:sldIdLst>
    <p:sldId id="257" r:id="rId2"/>
    <p:sldId id="262" r:id="rId3"/>
    <p:sldId id="264" r:id="rId4"/>
    <p:sldId id="263" r:id="rId5"/>
    <p:sldId id="261" r:id="rId6"/>
  </p:sldIdLst>
  <p:sldSz cx="12192000" cy="6858000"/>
  <p:notesSz cx="6858000" cy="9144000"/>
  <p:defaultTextStyle>
    <a:defPPr rtl="0"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4529"/>
    <a:srgbClr val="2B3922"/>
    <a:srgbClr val="2E3722"/>
    <a:srgbClr val="FCF7F1"/>
    <a:srgbClr val="B8D233"/>
    <a:srgbClr val="5CC6D6"/>
    <a:srgbClr val="F8D22F"/>
    <a:srgbClr val="F03F2B"/>
    <a:srgbClr val="3488A0"/>
    <a:srgbClr val="5790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1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84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3" d="100"/>
          <a:sy n="123" d="100"/>
        </p:scale>
        <p:origin x="497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1A66772-F185-4D58-B8BB-E9370D7A7A2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 rtlCol="0"/>
        <a:lstStyle/>
        <a:p>
          <a:pPr rtl="0"/>
          <a:endParaRPr lang="en-US"/>
        </a:p>
      </dgm:t>
    </dgm:pt>
    <dgm:pt modelId="{40FC4FFE-8987-4A26-B7F4-8A516F18ADAE}">
      <dgm:prSet/>
      <dgm:spPr/>
      <dgm:t>
        <a:bodyPr rtlCol="0"/>
        <a:lstStyle/>
        <a:p>
          <a:pPr>
            <a:lnSpc>
              <a:spcPct val="100000"/>
            </a:lnSpc>
            <a:defRPr cap="all"/>
          </a:pPr>
          <a:r>
            <a:rPr lang="zh-tw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Lorem ipsum dolor sit amet, consectetuer adipiscing elit. </a:t>
          </a:r>
        </a:p>
      </dgm:t>
    </dgm:pt>
    <dgm:pt modelId="{CAD7EF86-FB23-41F6-BF42-040B36DEFDB1}" type="parTrans" cxnId="{C7AD8469-3C68-4AF9-AB82-79B0043AA120}">
      <dgm:prSet/>
      <dgm:spPr/>
      <dgm:t>
        <a:bodyPr rtlCol="0"/>
        <a:lstStyle/>
        <a:p>
          <a:pPr rtl="0"/>
          <a:endParaRPr lang="en-US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5B62599A-5C9B-48E7-896E-EA782AC60C8B}" type="sibTrans" cxnId="{C7AD8469-3C68-4AF9-AB82-79B0043AA120}">
      <dgm:prSet/>
      <dgm:spPr/>
      <dgm:t>
        <a:bodyPr rtlCol="0"/>
        <a:lstStyle/>
        <a:p>
          <a:pPr rtl="0"/>
          <a:endParaRPr lang="en-US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49225C73-1633-42F1-AB3B-7CB183E5F8B8}">
      <dgm:prSet/>
      <dgm:spPr/>
      <dgm:t>
        <a:bodyPr rtlCol="0"/>
        <a:lstStyle/>
        <a:p>
          <a:pPr>
            <a:lnSpc>
              <a:spcPct val="100000"/>
            </a:lnSpc>
            <a:defRPr cap="all"/>
          </a:pPr>
          <a:r>
            <a:rPr lang="zh-tw">
              <a:latin typeface="Microsoft JhengHei UI" panose="020B0604030504040204" pitchFamily="34" charset="-120"/>
              <a:ea typeface="Microsoft JhengHei UI" panose="020B0604030504040204" pitchFamily="34" charset="-120"/>
            </a:rPr>
            <a:t>Nunc viverra imperdiet enim.Fusce est.Vivamus a tellus.</a:t>
          </a:r>
        </a:p>
      </dgm:t>
    </dgm:pt>
    <dgm:pt modelId="{1A0E2090-1D4F-438A-8766-B6030CE01ADD}" type="parTrans" cxnId="{A9154303-8225-4248-91DC-1B0156A35F07}">
      <dgm:prSet/>
      <dgm:spPr/>
      <dgm:t>
        <a:bodyPr rtlCol="0"/>
        <a:lstStyle/>
        <a:p>
          <a:pPr rtl="0"/>
          <a:endParaRPr lang="en-US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9646853A-8964-4519-A5B1-0B7D18B2983D}" type="sibTrans" cxnId="{A9154303-8225-4248-91DC-1B0156A35F07}">
      <dgm:prSet/>
      <dgm:spPr/>
      <dgm:t>
        <a:bodyPr rtlCol="0"/>
        <a:lstStyle/>
        <a:p>
          <a:pPr rtl="0"/>
          <a:endParaRPr lang="en-US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1C383F32-22E8-4F62-A3E0-BDC3D5F48992}">
      <dgm:prSet/>
      <dgm:spPr/>
      <dgm:t>
        <a:bodyPr rtlCol="0"/>
        <a:lstStyle/>
        <a:p>
          <a:pPr>
            <a:lnSpc>
              <a:spcPct val="100000"/>
            </a:lnSpc>
            <a:defRPr cap="all"/>
          </a:pPr>
          <a:r>
            <a:rPr lang="zh-tw">
              <a:latin typeface="Microsoft JhengHei UI" panose="020B0604030504040204" pitchFamily="34" charset="-120"/>
              <a:ea typeface="Microsoft JhengHei UI" panose="020B0604030504040204" pitchFamily="34" charset="-120"/>
            </a:rPr>
            <a:t>Pellentesque habitant morbi tristique senectus et netus.</a:t>
          </a:r>
        </a:p>
      </dgm:t>
    </dgm:pt>
    <dgm:pt modelId="{A7920A2F-3244-4159-AF04-6A1D38B7B317}" type="parTrans" cxnId="{C4CCE57E-E871-46D6-BAD5-880252C95D22}">
      <dgm:prSet/>
      <dgm:spPr/>
      <dgm:t>
        <a:bodyPr rtlCol="0"/>
        <a:lstStyle/>
        <a:p>
          <a:pPr rtl="0"/>
          <a:endParaRPr lang="en-US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8500F72A-2C6D-4FDF-9C1D-CA691380EB0B}" type="sibTrans" cxnId="{C4CCE57E-E871-46D6-BAD5-880252C95D22}">
      <dgm:prSet/>
      <dgm:spPr/>
      <dgm:t>
        <a:bodyPr rtlCol="0"/>
        <a:lstStyle/>
        <a:p>
          <a:pPr rtl="0"/>
          <a:endParaRPr lang="en-US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50B3CE7C-E10B-4E23-BD93-03664997C932}" type="pres">
      <dgm:prSet presAssocID="{01A66772-F185-4D58-B8BB-E9370D7A7A2B}" presName="root" presStyleCnt="0">
        <dgm:presLayoutVars>
          <dgm:dir/>
          <dgm:resizeHandles val="exact"/>
        </dgm:presLayoutVars>
      </dgm:prSet>
      <dgm:spPr/>
    </dgm:pt>
    <dgm:pt modelId="{DE9CE479-E4AE-4283-AEF1-10C1535B4324}" type="pres">
      <dgm:prSet presAssocID="{40FC4FFE-8987-4A26-B7F4-8A516F18ADAE}" presName="compNode" presStyleCnt="0"/>
      <dgm:spPr/>
    </dgm:pt>
    <dgm:pt modelId="{B59FCF02-CAD2-4D6F-9542-AD86711168CA}" type="pres">
      <dgm:prSet presAssocID="{40FC4FFE-8987-4A26-B7F4-8A516F18ADAE}" presName="iconBgRect" presStyleLbl="bgShp" presStyleIdx="0" presStyleCnt="3"/>
      <dgm:spPr/>
    </dgm:pt>
    <dgm:pt modelId="{7C175B98-93F4-4D7C-BB95-1514AB879CD5}" type="pres">
      <dgm:prSet presAssocID="{40FC4FFE-8987-4A26-B7F4-8A516F18ADAE}" presName="iconRect" presStyleLbl="node1" presStyleIdx="0" presStyleCnt="3"/>
      <dgm:spPr>
        <a:blipFill>
          <a:blip xmlns:r="http://schemas.openxmlformats.org/officeDocument/2006/relationships" r:embed="rId1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downward trend"/>
        </a:ext>
      </dgm:extLst>
    </dgm:pt>
    <dgm:pt modelId="{677A3090-5F01-43FD-9FA6-C0420AD80FD6}" type="pres">
      <dgm:prSet presAssocID="{40FC4FFE-8987-4A26-B7F4-8A516F18ADAE}" presName="spaceRect" presStyleCnt="0"/>
      <dgm:spPr/>
    </dgm:pt>
    <dgm:pt modelId="{127117FB-F8A7-4A20-A8A7-EC686DDC76D0}" type="pres">
      <dgm:prSet presAssocID="{40FC4FFE-8987-4A26-B7F4-8A516F18ADAE}" presName="textRect" presStyleLbl="revTx" presStyleIdx="0" presStyleCnt="3">
        <dgm:presLayoutVars>
          <dgm:chMax val="1"/>
          <dgm:chPref val="1"/>
        </dgm:presLayoutVars>
      </dgm:prSet>
      <dgm:spPr/>
    </dgm:pt>
    <dgm:pt modelId="{FD1EED9C-83D3-41AD-A09B-D3B36354168F}" type="pres">
      <dgm:prSet presAssocID="{5B62599A-5C9B-48E7-896E-EA782AC60C8B}" presName="sibTrans" presStyleCnt="0"/>
      <dgm:spPr/>
    </dgm:pt>
    <dgm:pt modelId="{C998AB0A-577D-44AA-A068-F634DDE7BD47}" type="pres">
      <dgm:prSet presAssocID="{49225C73-1633-42F1-AB3B-7CB183E5F8B8}" presName="compNode" presStyleCnt="0"/>
      <dgm:spPr/>
    </dgm:pt>
    <dgm:pt modelId="{BCD8CDD9-0C56-4401-ADB1-8B48DAB2C96F}" type="pres">
      <dgm:prSet presAssocID="{49225C73-1633-42F1-AB3B-7CB183E5F8B8}" presName="iconBgRect" presStyleLbl="bgShp" presStyleIdx="1" presStyleCnt="3"/>
      <dgm:spPr/>
    </dgm:pt>
    <dgm:pt modelId="{DB4CA7C4-FCA1-4127-B20A-2A5C031A3CF4}" type="pres">
      <dgm:prSet presAssocID="{49225C73-1633-42F1-AB3B-7CB183E5F8B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bar chart"/>
        </a:ext>
      </dgm:extLst>
    </dgm:pt>
    <dgm:pt modelId="{9B0C8FBF-0BDD-48A5-967E-F3FE71659F6A}" type="pres">
      <dgm:prSet presAssocID="{49225C73-1633-42F1-AB3B-7CB183E5F8B8}" presName="spaceRect" presStyleCnt="0"/>
      <dgm:spPr/>
    </dgm:pt>
    <dgm:pt modelId="{7E6FE37A-5DB0-4899-9FCB-0CE39BC185F8}" type="pres">
      <dgm:prSet presAssocID="{49225C73-1633-42F1-AB3B-7CB183E5F8B8}" presName="textRect" presStyleLbl="revTx" presStyleIdx="1" presStyleCnt="3">
        <dgm:presLayoutVars>
          <dgm:chMax val="1"/>
          <dgm:chPref val="1"/>
        </dgm:presLayoutVars>
      </dgm:prSet>
      <dgm:spPr/>
    </dgm:pt>
    <dgm:pt modelId="{5A266296-0042-402F-92EF-D59AB148E92E}" type="pres">
      <dgm:prSet presAssocID="{9646853A-8964-4519-A5B1-0B7D18B2983D}" presName="sibTrans" presStyleCnt="0"/>
      <dgm:spPr/>
    </dgm:pt>
    <dgm:pt modelId="{ECFA770B-DE2C-4683-A038-58D0FE44BC27}" type="pres">
      <dgm:prSet presAssocID="{1C383F32-22E8-4F62-A3E0-BDC3D5F48992}" presName="compNode" presStyleCnt="0"/>
      <dgm:spPr/>
    </dgm:pt>
    <dgm:pt modelId="{FF93E135-77D6-48A0-8871-9BC93D705D06}" type="pres">
      <dgm:prSet presAssocID="{1C383F32-22E8-4F62-A3E0-BDC3D5F48992}" presName="iconBgRect" presStyleLbl="bgShp" presStyleIdx="2" presStyleCnt="3"/>
      <dgm:spPr/>
    </dgm:pt>
    <dgm:pt modelId="{39509775-983E-4110-B989-EE2CD6514BE0}" type="pres">
      <dgm:prSet presAssocID="{1C383F32-22E8-4F62-A3E0-BDC3D5F4899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493B43B2-705C-4AE5-8A77-D8DEEDA1B5CF}" type="pres">
      <dgm:prSet presAssocID="{1C383F32-22E8-4F62-A3E0-BDC3D5F48992}" presName="spaceRect" presStyleCnt="0"/>
      <dgm:spPr/>
    </dgm:pt>
    <dgm:pt modelId="{1AEDC777-00B3-41D7-9AE1-23D741E941C3}" type="pres">
      <dgm:prSet presAssocID="{1C383F32-22E8-4F62-A3E0-BDC3D5F4899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9154303-8225-4248-91DC-1B0156A35F07}" srcId="{01A66772-F185-4D58-B8BB-E9370D7A7A2B}" destId="{49225C73-1633-42F1-AB3B-7CB183E5F8B8}" srcOrd="1" destOrd="0" parTransId="{1A0E2090-1D4F-438A-8766-B6030CE01ADD}" sibTransId="{9646853A-8964-4519-A5B1-0B7D18B2983D}"/>
    <dgm:cxn modelId="{7A710F69-5154-4855-ACF5-BC7C1BF85A80}" type="presOf" srcId="{49225C73-1633-42F1-AB3B-7CB183E5F8B8}" destId="{7E6FE37A-5DB0-4899-9FCB-0CE39BC185F8}" srcOrd="0" destOrd="0" presId="urn:microsoft.com/office/officeart/2018/5/layout/IconCircleLabelList"/>
    <dgm:cxn modelId="{C7AD8469-3C68-4AF9-AB82-79B0043AA120}" srcId="{01A66772-F185-4D58-B8BB-E9370D7A7A2B}" destId="{40FC4FFE-8987-4A26-B7F4-8A516F18ADAE}" srcOrd="0" destOrd="0" parTransId="{CAD7EF86-FB23-41F6-BF42-040B36DEFDB1}" sibTransId="{5B62599A-5C9B-48E7-896E-EA782AC60C8B}"/>
    <dgm:cxn modelId="{676D3A6A-6EA7-4483-BB12-0BD4A7D7AF9D}" type="presOf" srcId="{01A66772-F185-4D58-B8BB-E9370D7A7A2B}" destId="{50B3CE7C-E10B-4E23-BD93-03664997C932}" srcOrd="0" destOrd="0" presId="urn:microsoft.com/office/officeart/2018/5/layout/IconCircleLabelList"/>
    <dgm:cxn modelId="{1496FC70-DB8B-48D4-98DE-DD2856E389EE}" type="presOf" srcId="{1C383F32-22E8-4F62-A3E0-BDC3D5F48992}" destId="{1AEDC777-00B3-41D7-9AE1-23D741E941C3}" srcOrd="0" destOrd="0" presId="urn:microsoft.com/office/officeart/2018/5/layout/IconCircleLabelList"/>
    <dgm:cxn modelId="{C4CCE57E-E871-46D6-BAD5-880252C95D22}" srcId="{01A66772-F185-4D58-B8BB-E9370D7A7A2B}" destId="{1C383F32-22E8-4F62-A3E0-BDC3D5F48992}" srcOrd="2" destOrd="0" parTransId="{A7920A2F-3244-4159-AF04-6A1D38B7B317}" sibTransId="{8500F72A-2C6D-4FDF-9C1D-CA691380EB0B}"/>
    <dgm:cxn modelId="{355227E3-55E0-4343-BC8D-FC0EB1694F48}" type="presOf" srcId="{40FC4FFE-8987-4A26-B7F4-8A516F18ADAE}" destId="{127117FB-F8A7-4A20-A8A7-EC686DDC76D0}" srcOrd="0" destOrd="0" presId="urn:microsoft.com/office/officeart/2018/5/layout/IconCircleLabelList"/>
    <dgm:cxn modelId="{555498CB-3ED1-404E-A25F-EB243EFC5FB1}" type="presParOf" srcId="{50B3CE7C-E10B-4E23-BD93-03664997C932}" destId="{DE9CE479-E4AE-4283-AEF1-10C1535B4324}" srcOrd="0" destOrd="0" presId="urn:microsoft.com/office/officeart/2018/5/layout/IconCircleLabelList"/>
    <dgm:cxn modelId="{11F12D49-CD08-4D50-BD13-3ECBC3A476A4}" type="presParOf" srcId="{DE9CE479-E4AE-4283-AEF1-10C1535B4324}" destId="{B59FCF02-CAD2-4D6F-9542-AD86711168CA}" srcOrd="0" destOrd="0" presId="urn:microsoft.com/office/officeart/2018/5/layout/IconCircleLabelList"/>
    <dgm:cxn modelId="{F443A659-540B-487B-97F9-49219CF60D6B}" type="presParOf" srcId="{DE9CE479-E4AE-4283-AEF1-10C1535B4324}" destId="{7C175B98-93F4-4D7C-BB95-1514AB879CD5}" srcOrd="1" destOrd="0" presId="urn:microsoft.com/office/officeart/2018/5/layout/IconCircleLabelList"/>
    <dgm:cxn modelId="{A503D7AB-7D64-4163-93B5-1CEEDAE81823}" type="presParOf" srcId="{DE9CE479-E4AE-4283-AEF1-10C1535B4324}" destId="{677A3090-5F01-43FD-9FA6-C0420AD80FD6}" srcOrd="2" destOrd="0" presId="urn:microsoft.com/office/officeart/2018/5/layout/IconCircleLabelList"/>
    <dgm:cxn modelId="{780188ED-7DCE-45BB-B6AF-91BE48969612}" type="presParOf" srcId="{DE9CE479-E4AE-4283-AEF1-10C1535B4324}" destId="{127117FB-F8A7-4A20-A8A7-EC686DDC76D0}" srcOrd="3" destOrd="0" presId="urn:microsoft.com/office/officeart/2018/5/layout/IconCircleLabelList"/>
    <dgm:cxn modelId="{155719F8-A89B-4E96-BC49-C48BC717F480}" type="presParOf" srcId="{50B3CE7C-E10B-4E23-BD93-03664997C932}" destId="{FD1EED9C-83D3-41AD-A09B-D3B36354168F}" srcOrd="1" destOrd="0" presId="urn:microsoft.com/office/officeart/2018/5/layout/IconCircleLabelList"/>
    <dgm:cxn modelId="{2772E199-56B0-4310-A55E-67D00CA3E59E}" type="presParOf" srcId="{50B3CE7C-E10B-4E23-BD93-03664997C932}" destId="{C998AB0A-577D-44AA-A068-F634DDE7BD47}" srcOrd="2" destOrd="0" presId="urn:microsoft.com/office/officeart/2018/5/layout/IconCircleLabelList"/>
    <dgm:cxn modelId="{4E351D18-D97F-4B92-A608-2E9600B91C28}" type="presParOf" srcId="{C998AB0A-577D-44AA-A068-F634DDE7BD47}" destId="{BCD8CDD9-0C56-4401-ADB1-8B48DAB2C96F}" srcOrd="0" destOrd="0" presId="urn:microsoft.com/office/officeart/2018/5/layout/IconCircleLabelList"/>
    <dgm:cxn modelId="{B3DC724C-4569-4E9D-BD5A-49E4CD991FD0}" type="presParOf" srcId="{C998AB0A-577D-44AA-A068-F634DDE7BD47}" destId="{DB4CA7C4-FCA1-4127-B20A-2A5C031A3CF4}" srcOrd="1" destOrd="0" presId="urn:microsoft.com/office/officeart/2018/5/layout/IconCircleLabelList"/>
    <dgm:cxn modelId="{AD1AB552-CCE0-4911-BB9E-5D4A60B21F4F}" type="presParOf" srcId="{C998AB0A-577D-44AA-A068-F634DDE7BD47}" destId="{9B0C8FBF-0BDD-48A5-967E-F3FE71659F6A}" srcOrd="2" destOrd="0" presId="urn:microsoft.com/office/officeart/2018/5/layout/IconCircleLabelList"/>
    <dgm:cxn modelId="{8558F796-2D01-40FE-A21A-7530EEBC3BC3}" type="presParOf" srcId="{C998AB0A-577D-44AA-A068-F634DDE7BD47}" destId="{7E6FE37A-5DB0-4899-9FCB-0CE39BC185F8}" srcOrd="3" destOrd="0" presId="urn:microsoft.com/office/officeart/2018/5/layout/IconCircleLabelList"/>
    <dgm:cxn modelId="{1532E2BE-82E9-40A4-A6F7-40B60FC879AE}" type="presParOf" srcId="{50B3CE7C-E10B-4E23-BD93-03664997C932}" destId="{5A266296-0042-402F-92EF-D59AB148E92E}" srcOrd="3" destOrd="0" presId="urn:microsoft.com/office/officeart/2018/5/layout/IconCircleLabelList"/>
    <dgm:cxn modelId="{3A7F4DB9-1469-4F58-B633-24B7EEE084D1}" type="presParOf" srcId="{50B3CE7C-E10B-4E23-BD93-03664997C932}" destId="{ECFA770B-DE2C-4683-A038-58D0FE44BC27}" srcOrd="4" destOrd="0" presId="urn:microsoft.com/office/officeart/2018/5/layout/IconCircleLabelList"/>
    <dgm:cxn modelId="{91311827-CDAC-4BA8-B4A3-117AFD1CEE2D}" type="presParOf" srcId="{ECFA770B-DE2C-4683-A038-58D0FE44BC27}" destId="{FF93E135-77D6-48A0-8871-9BC93D705D06}" srcOrd="0" destOrd="0" presId="urn:microsoft.com/office/officeart/2018/5/layout/IconCircleLabelList"/>
    <dgm:cxn modelId="{83B7CA40-11B7-4507-8422-A40F02D469B2}" type="presParOf" srcId="{ECFA770B-DE2C-4683-A038-58D0FE44BC27}" destId="{39509775-983E-4110-B989-EE2CD6514BE0}" srcOrd="1" destOrd="0" presId="urn:microsoft.com/office/officeart/2018/5/layout/IconCircleLabelList"/>
    <dgm:cxn modelId="{A44BB251-01EB-4DEF-A28C-6D495183E4DC}" type="presParOf" srcId="{ECFA770B-DE2C-4683-A038-58D0FE44BC27}" destId="{493B43B2-705C-4AE5-8A77-D8DEEDA1B5CF}" srcOrd="2" destOrd="0" presId="urn:microsoft.com/office/officeart/2018/5/layout/IconCircleLabelList"/>
    <dgm:cxn modelId="{1EFA52DF-3C80-4DAA-BED6-AFE2F81796B2}" type="presParOf" srcId="{ECFA770B-DE2C-4683-A038-58D0FE44BC27}" destId="{1AEDC777-00B3-41D7-9AE1-23D741E941C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9FCF02-CAD2-4D6F-9542-AD86711168CA}">
      <dsp:nvSpPr>
        <dsp:cNvPr id="0" name=""/>
        <dsp:cNvSpPr/>
      </dsp:nvSpPr>
      <dsp:spPr>
        <a:xfrm>
          <a:off x="616949" y="310305"/>
          <a:ext cx="1818562" cy="181856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175B98-93F4-4D7C-BB95-1514AB879CD5}">
      <dsp:nvSpPr>
        <dsp:cNvPr id="0" name=""/>
        <dsp:cNvSpPr/>
      </dsp:nvSpPr>
      <dsp:spPr>
        <a:xfrm>
          <a:off x="1004512" y="697868"/>
          <a:ext cx="1043437" cy="1043437"/>
        </a:xfrm>
        <a:prstGeom prst="rect">
          <a:avLst/>
        </a:prstGeom>
        <a:blipFill>
          <a:blip xmlns:r="http://schemas.openxmlformats.org/officeDocument/2006/relationships" r:embed="rId1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7117FB-F8A7-4A20-A8A7-EC686DDC76D0}">
      <dsp:nvSpPr>
        <dsp:cNvPr id="0" name=""/>
        <dsp:cNvSpPr/>
      </dsp:nvSpPr>
      <dsp:spPr>
        <a:xfrm>
          <a:off x="35606" y="2695306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altLang="zh-TW" sz="1300" kern="120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Lorem ipsum dolor sit amet, consectetuer adipiscing elit. </a:t>
          </a:r>
        </a:p>
      </dsp:txBody>
      <dsp:txXfrm>
        <a:off x="35606" y="2695306"/>
        <a:ext cx="2981250" cy="720000"/>
      </dsp:txXfrm>
    </dsp:sp>
    <dsp:sp modelId="{BCD8CDD9-0C56-4401-ADB1-8B48DAB2C96F}">
      <dsp:nvSpPr>
        <dsp:cNvPr id="0" name=""/>
        <dsp:cNvSpPr/>
      </dsp:nvSpPr>
      <dsp:spPr>
        <a:xfrm>
          <a:off x="4119918" y="310305"/>
          <a:ext cx="1818562" cy="181856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4CA7C4-FCA1-4127-B20A-2A5C031A3CF4}">
      <dsp:nvSpPr>
        <dsp:cNvPr id="0" name=""/>
        <dsp:cNvSpPr/>
      </dsp:nvSpPr>
      <dsp:spPr>
        <a:xfrm>
          <a:off x="4507481" y="697868"/>
          <a:ext cx="1043437" cy="10434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6FE37A-5DB0-4899-9FCB-0CE39BC185F8}">
      <dsp:nvSpPr>
        <dsp:cNvPr id="0" name=""/>
        <dsp:cNvSpPr/>
      </dsp:nvSpPr>
      <dsp:spPr>
        <a:xfrm>
          <a:off x="3538574" y="2695306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altLang="zh-TW" sz="1300" kern="12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Nunc viverra imperdiet enim.Fusce est.Vivamus a tellus.</a:t>
          </a:r>
        </a:p>
      </dsp:txBody>
      <dsp:txXfrm>
        <a:off x="3538574" y="2695306"/>
        <a:ext cx="2981250" cy="720000"/>
      </dsp:txXfrm>
    </dsp:sp>
    <dsp:sp modelId="{FF93E135-77D6-48A0-8871-9BC93D705D06}">
      <dsp:nvSpPr>
        <dsp:cNvPr id="0" name=""/>
        <dsp:cNvSpPr/>
      </dsp:nvSpPr>
      <dsp:spPr>
        <a:xfrm>
          <a:off x="7622887" y="310305"/>
          <a:ext cx="1818562" cy="181856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509775-983E-4110-B989-EE2CD6514BE0}">
      <dsp:nvSpPr>
        <dsp:cNvPr id="0" name=""/>
        <dsp:cNvSpPr/>
      </dsp:nvSpPr>
      <dsp:spPr>
        <a:xfrm>
          <a:off x="8010450" y="697868"/>
          <a:ext cx="1043437" cy="104343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EDC777-00B3-41D7-9AE1-23D741E941C3}">
      <dsp:nvSpPr>
        <dsp:cNvPr id="0" name=""/>
        <dsp:cNvSpPr/>
      </dsp:nvSpPr>
      <dsp:spPr>
        <a:xfrm>
          <a:off x="7041543" y="2695306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altLang="zh-TW" sz="1300" kern="12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Pellentesque habitant morbi tristique senectus et netus.</a:t>
          </a:r>
        </a:p>
      </dsp:txBody>
      <dsp:txXfrm>
        <a:off x="7041543" y="2695306"/>
        <a:ext cx="29812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AA7418C-1A37-4630-8C30-B2836F55C532}" type="datetime1">
              <a:rPr lang="zh-TW" altLang="en-US" smtClean="0"/>
              <a:t>2024/11/20</a:t>
            </a:fld>
            <a:endParaRPr 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7ACF5E7-ACB0-497B-A8C6-F2E617B46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533960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B916EA9-9B8C-4B06-BBDB-07A75F4AF607}" type="datetime1">
              <a:rPr lang="zh-TW" altLang="en-US" smtClean="0"/>
              <a:t>2024/11/20</a:t>
            </a:fld>
            <a:endParaRPr 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備忘稿預留位置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tw"/>
              <a:t>按一下以編輯母片文字樣式</a:t>
            </a:r>
            <a:endParaRPr lang="en-US"/>
          </a:p>
          <a:p>
            <a:pPr lvl="1" rtl="0"/>
            <a:r>
              <a:rPr lang="zh-tw"/>
              <a:t>第二層</a:t>
            </a:r>
          </a:p>
          <a:p>
            <a:pPr lvl="2" rtl="0"/>
            <a:r>
              <a:rPr lang="zh-tw"/>
              <a:t>第三層</a:t>
            </a:r>
          </a:p>
          <a:p>
            <a:pPr lvl="3" rtl="0"/>
            <a:r>
              <a:rPr lang="zh-tw"/>
              <a:t>第四層</a:t>
            </a:r>
          </a:p>
          <a:p>
            <a:pPr lvl="4" rtl="0"/>
            <a:r>
              <a:rPr lang="zh-tw"/>
              <a:t>第五層</a:t>
            </a:r>
            <a:endParaRPr lang="en-US"/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7A705E3-E620-489D-9973-6221209A4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581830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 useBgFill="1">
        <p:nvSpPr>
          <p:cNvPr id="10" name="矩形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矩形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矩形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直線接點​​(S)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接點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接點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rtlCol="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 rtlCol="0"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20" name="日期版面配置區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 rtlCol="0"/>
          <a:lstStyle>
            <a:lvl1pPr algn="ctr">
              <a:defRPr sz="1300" spc="0" baseline="0">
                <a:solidFill>
                  <a:srgbClr val="FF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4D9EAB54-90A7-4427-8D5D-1517AC1256FE}" type="datetime1">
              <a:rPr lang="zh-TW" altLang="en-US" smtClean="0"/>
              <a:t>2024/11/20</a:t>
            </a:fld>
            <a:endParaRPr lang="en-US" dirty="0"/>
          </a:p>
        </p:txBody>
      </p:sp>
      <p:sp>
        <p:nvSpPr>
          <p:cNvPr id="21" name="頁尾預留位置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 rtlCol="0"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en-US" dirty="0"/>
          </a:p>
        </p:txBody>
      </p:sp>
      <p:sp>
        <p:nvSpPr>
          <p:cNvPr id="22" name="投影片編號預留位置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770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E847876-3A2B-49FA-B396-40048599C954}" type="datetime1">
              <a:rPr lang="zh-TW" altLang="en-US" smtClean="0"/>
              <a:t>2024/11/20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08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 useBgFill="1">
        <p:nvSpPr>
          <p:cNvPr id="23" name="矩形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矩形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矩形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rtlCol="0"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直線接點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接點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接點​​(S)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rtlCol="0"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 rtlCol="0"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fld id="{294347CA-4B58-4AEE-8DA6-4E2B096FC96F}" type="datetime1">
              <a:rPr lang="zh-TW" altLang="en-US" smtClean="0"/>
              <a:t>2024/11/20</a:t>
            </a:fld>
            <a:endParaRPr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 rtlCol="0"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071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3CCF91B-17D2-4072-B2E9-D16F58DFD8EB}" type="datetime1">
              <a:rPr lang="zh-TW" altLang="en-US" smtClean="0"/>
              <a:t>2024/11/20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672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dirty="0"/>
          </a:p>
        </p:txBody>
      </p:sp>
      <p:sp>
        <p:nvSpPr>
          <p:cNvPr id="5" name="文字預留位置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預留位置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651C41F-D9A3-457D-A3FA-0A5DBEF4266B}" type="datetime1">
              <a:rPr lang="zh-TW" altLang="en-US" smtClean="0"/>
              <a:t>2024/11/20</a:t>
            </a:fld>
            <a:endParaRPr lang="en-US" dirty="0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9" name="投影片編號預留位置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960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33183BB-2861-4A80-80A6-2C9B82653C78}" type="datetime1">
              <a:rPr lang="zh-TW" altLang="en-US" smtClean="0"/>
              <a:t>2024/11/20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13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56085DB-A18D-4659-BA29-412FA9C45839}" type="datetime1">
              <a:rPr lang="zh-TW" altLang="en-US" smtClean="0"/>
              <a:t>2024/11/20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247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 rtlCol="0"/>
          <a:lstStyle>
            <a:lvl1pPr>
              <a:defRPr sz="1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 sz="1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 sz="14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 sz="14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 sz="14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 rtlCol="0"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8" name="日期版面配置區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453BEA6C-00E9-40EA-A338-3A3492325C3F}" type="datetime1">
              <a:rPr lang="zh-TW" altLang="en-US" smtClean="0"/>
              <a:t>2024/11/20</a:t>
            </a:fld>
            <a:endParaRPr lang="en-US" dirty="0"/>
          </a:p>
        </p:txBody>
      </p:sp>
      <p:sp>
        <p:nvSpPr>
          <p:cNvPr id="9" name="頁尾版面配置區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endParaRPr lang="en-US" dirty="0"/>
          </a:p>
        </p:txBody>
      </p:sp>
      <p:sp>
        <p:nvSpPr>
          <p:cNvPr id="11" name="投影片編號版面配置區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602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圖片版面配置區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 rtlCol="0"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0827CC67-2DD7-42FE-B417-D6036783A853}" type="datetime1">
              <a:rPr lang="zh-TW" altLang="en-US" smtClean="0"/>
              <a:t>2024/11/20</a:t>
            </a:fld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 rtlCol="0"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algn="l"/>
            <a:endParaRPr lang="zh-TW" alt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rtlCol="0"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 rtlCol="0"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678223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DE064CC-B997-463F-949D-526814740EEF}" type="datetime1">
              <a:rPr lang="zh-TW" altLang="en-US" smtClean="0"/>
              <a:t>2024/11/20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29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2128EAF-448F-42C4-BB03-9B0CC8E0C77B}" type="datetime1">
              <a:rPr lang="zh-TW" altLang="en-US" smtClean="0"/>
              <a:t>2024/11/20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073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矩形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7" name="矩形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矩形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標題預留位置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zh-tw" dirty="0"/>
              <a:t>按一下以編輯母片標題樣式</a:t>
            </a:r>
            <a:endParaRPr 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zh-tw"/>
              <a:t>按一下以編輯母片文字樣式</a:t>
            </a:r>
          </a:p>
          <a:p>
            <a:pPr lvl="1" rtl="0"/>
            <a:r>
              <a:rPr lang="zh-tw"/>
              <a:t>第二層</a:t>
            </a:r>
          </a:p>
          <a:p>
            <a:pPr lvl="2" rtl="0"/>
            <a:r>
              <a:rPr lang="zh-tw"/>
              <a:t>第三層</a:t>
            </a:r>
          </a:p>
          <a:p>
            <a:pPr lvl="3" rtl="0"/>
            <a:r>
              <a:rPr lang="zh-tw"/>
              <a:t>第四層</a:t>
            </a:r>
          </a:p>
          <a:p>
            <a:pPr lvl="4" rtl="0"/>
            <a:r>
              <a:rPr lang="zh-tw"/>
              <a:t>第五層</a:t>
            </a:r>
            <a:endParaRPr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46C11105-4E24-4682-A6F5-E2BADE4D0872}" type="datetime1">
              <a:rPr lang="zh-TW" altLang="en-US" smtClean="0"/>
              <a:t>2024/11/20</a:t>
            </a:fld>
            <a:endParaRPr 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7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65" r:id="rId5"/>
    <p:sldLayoutId id="2147483671" r:id="rId6"/>
    <p:sldLayoutId id="2147483672" r:id="rId7"/>
    <p:sldLayoutId id="2147483662" r:id="rId8"/>
    <p:sldLayoutId id="2147483663" r:id="rId9"/>
    <p:sldLayoutId id="2147483664" r:id="rId10"/>
    <p:sldLayoutId id="2147483666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 descr="標誌特寫&#10;&#10;自動產生的描述">
            <a:extLst>
              <a:ext uri="{FF2B5EF4-FFF2-40B4-BE49-F238E27FC236}">
                <a16:creationId xmlns:a16="http://schemas.microsoft.com/office/drawing/2014/main" id="{8045422F-7258-40AC-BD2E-2469AA4489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/>
          <a:stretch/>
        </p:blipFill>
        <p:spPr>
          <a:xfrm>
            <a:off x="21" y="20017"/>
            <a:ext cx="12191979" cy="6857990"/>
          </a:xfrm>
          <a:prstGeom prst="rect">
            <a:avLst/>
          </a:prstGeom>
        </p:spPr>
      </p:pic>
      <p:sp>
        <p:nvSpPr>
          <p:cNvPr id="82" name="矩形 81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5067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61010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3792" y="2907660"/>
            <a:ext cx="4775075" cy="1630907"/>
          </a:xfrm>
        </p:spPr>
        <p:txBody>
          <a:bodyPr rtlCol="0">
            <a:normAutofit/>
          </a:bodyPr>
          <a:lstStyle/>
          <a:p>
            <a:pPr rtl="0"/>
            <a:r>
              <a:rPr lang="en-US" altLang="zh-TW" sz="4400" dirty="0">
                <a:solidFill>
                  <a:schemeClr val="tx1"/>
                </a:solidFill>
              </a:rPr>
              <a:t>2024/11/20</a:t>
            </a:r>
            <a:endParaRPr lang="zh-tw" sz="4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42807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4358081-90B0-9E61-1D74-305D97B10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E847876-3A2B-49FA-B396-40048599C954}" type="datetime1">
              <a:rPr lang="zh-TW" altLang="en-US" smtClean="0"/>
              <a:t>2024/11/20</a:t>
            </a:fld>
            <a:endParaRPr 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11FD58CA-96E5-479C-F5D3-5C435C9F9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5675" y="1707747"/>
            <a:ext cx="5616128" cy="4495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198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72307432-F2FD-8E73-1759-FAFC6BF978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43634" y="1747178"/>
            <a:ext cx="4304732" cy="3849687"/>
          </a:xfrm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7840D08-C2C9-9909-95E5-9AB4BF4B8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E847876-3A2B-49FA-B396-40048599C954}" type="datetime1">
              <a:rPr lang="zh-TW" altLang="en-US" smtClean="0"/>
              <a:t>2024/11/20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570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0A10AB-ADDC-CC36-4D6E-943DD8CB5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560459"/>
            <a:ext cx="10058400" cy="1371600"/>
          </a:xfrm>
        </p:spPr>
        <p:txBody>
          <a:bodyPr/>
          <a:lstStyle/>
          <a:p>
            <a:pPr algn="ctr"/>
            <a:r>
              <a:rPr lang="en-US" altLang="zh-TW" dirty="0"/>
              <a:t>END</a:t>
            </a:r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BA108EB-C64E-C6E7-E8CA-436CF840D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E847876-3A2B-49FA-B396-40048599C954}" type="datetime1">
              <a:rPr lang="zh-TW" altLang="en-US" smtClean="0"/>
              <a:t>2024/11/20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899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 rtlCol="0">
            <a:normAutofit/>
          </a:bodyPr>
          <a:lstStyle/>
          <a:p>
            <a:pPr algn="ctr" rtl="0"/>
            <a:r>
              <a:rPr lang="zh-tw" dirty="0"/>
              <a:t>Title Lorem Ipsum</a:t>
            </a:r>
          </a:p>
        </p:txBody>
      </p:sp>
      <p:graphicFrame>
        <p:nvGraphicFramePr>
          <p:cNvPr id="5" name="內容版面配置區 2">
            <a:extLst>
              <a:ext uri="{FF2B5EF4-FFF2-40B4-BE49-F238E27FC236}">
                <a16:creationId xmlns:a16="http://schemas.microsoft.com/office/drawing/2014/main" id="{91DB1382-7276-49FA-9632-38D558F457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3174868"/>
              </p:ext>
            </p:extLst>
          </p:nvPr>
        </p:nvGraphicFramePr>
        <p:xfrm>
          <a:off x="1066800" y="2310063"/>
          <a:ext cx="10058400" cy="3725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32431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FIVE">
      <a:dk1>
        <a:sysClr val="windowText" lastClr="000000"/>
      </a:dk1>
      <a:lt1>
        <a:sysClr val="window" lastClr="FFFFFF"/>
      </a:lt1>
      <a:dk2>
        <a:srgbClr val="505046"/>
      </a:dk2>
      <a:lt2>
        <a:srgbClr val="F5F6F4"/>
      </a:lt2>
      <a:accent1>
        <a:srgbClr val="57903F"/>
      </a:accent1>
      <a:accent2>
        <a:srgbClr val="F03F2B"/>
      </a:accent2>
      <a:accent3>
        <a:srgbClr val="3488A0"/>
      </a:accent3>
      <a:accent4>
        <a:srgbClr val="F8D22F"/>
      </a:accent4>
      <a:accent5>
        <a:srgbClr val="5CC6D6"/>
      </a:accent5>
      <a:accent6>
        <a:srgbClr val="B8D233"/>
      </a:accent6>
      <a:hlink>
        <a:srgbClr val="00B0F0"/>
      </a:hlink>
      <a:folHlink>
        <a:srgbClr val="B2B2B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659_TF78438558" id="{B22198C3-BD72-44A2-997F-14D793BFA363}" vid="{07B9720E-645E-4AB5-B14C-E751A8DA5D21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{1B98BB8A-02F8-4410-8900-1605DDA917F3}tf78438558_win32</Template>
  <TotalTime>24</TotalTime>
  <Words>35</Words>
  <Application>Microsoft Office PowerPoint</Application>
  <PresentationFormat>寬螢幕</PresentationFormat>
  <Paragraphs>9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0" baseType="lpstr">
      <vt:lpstr>Microsoft JhengHei UI</vt:lpstr>
      <vt:lpstr>Calibri</vt:lpstr>
      <vt:lpstr>Century Gothic</vt:lpstr>
      <vt:lpstr>Garamond</vt:lpstr>
      <vt:lpstr>SavonVTI</vt:lpstr>
      <vt:lpstr>2024/11/20</vt:lpstr>
      <vt:lpstr>PowerPoint 簡報</vt:lpstr>
      <vt:lpstr>PowerPoint 簡報</vt:lpstr>
      <vt:lpstr>END</vt:lpstr>
      <vt:lpstr>Title Lorem Ipsum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品洋 陳</dc:creator>
  <cp:lastModifiedBy>品洋 陳</cp:lastModifiedBy>
  <cp:revision>2</cp:revision>
  <dcterms:created xsi:type="dcterms:W3CDTF">2024-11-20T02:11:56Z</dcterms:created>
  <dcterms:modified xsi:type="dcterms:W3CDTF">2024-11-20T02:37:49Z</dcterms:modified>
</cp:coreProperties>
</file>